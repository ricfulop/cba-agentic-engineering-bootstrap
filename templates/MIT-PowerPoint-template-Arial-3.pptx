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7" r:id="rId1"/>
    <p:sldMasterId id="2147483728" r:id="rId2"/>
    <p:sldMasterId id="2147483759" r:id="rId3"/>
  </p:sldMasterIdLst>
  <p:notesMasterIdLst>
    <p:notesMasterId r:id="rId5"/>
  </p:notesMasterIdLst>
  <p:handoutMasterIdLst>
    <p:handoutMasterId r:id="rId6"/>
  </p:handoutMasterIdLst>
  <p:sldIdLst>
    <p:sldId id="311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E1E6"/>
    <a:srgbClr val="B8C2CC"/>
    <a:srgbClr val="40464C"/>
    <a:srgbClr val="AAFF33"/>
    <a:srgbClr val="F2F4F8"/>
    <a:srgbClr val="8B959E"/>
    <a:srgbClr val="626A73"/>
    <a:srgbClr val="212326"/>
    <a:srgbClr val="00AD00"/>
    <a:srgbClr val="004D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56"/>
    <p:restoredTop sz="96327"/>
  </p:normalViewPr>
  <p:slideViewPr>
    <p:cSldViewPr snapToGrid="0">
      <p:cViewPr varScale="1">
        <p:scale>
          <a:sx n="119" d="100"/>
          <a:sy n="119" d="100"/>
        </p:scale>
        <p:origin x="400" y="1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3" d="100"/>
          <a:sy n="93" d="100"/>
        </p:scale>
        <p:origin x="4072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6101180-94AE-A148-0874-34EE0A31BCC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70E86C-4C4E-1FDA-0154-15C7F2DABF2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B0CE46-E44A-3247-A43C-11027568704B}" type="datetimeFigureOut">
              <a:rPr lang="en-US" smtClean="0">
                <a:latin typeface="Arial" panose="020B0604020202020204" pitchFamily="34" charset="0"/>
              </a:rPr>
              <a:t>3/8/26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7074C8-EEB7-E76E-099A-D0FB5B9D5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3E9CA0-3796-0BD4-664E-618D04C165A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6831F2-AF4E-BB4C-A8EF-42238C76ABA6}" type="slidenum">
              <a:rPr lang="en-US" smtClean="0">
                <a:latin typeface="Arial" panose="020B0604020202020204" pitchFamily="34" charset="0"/>
              </a:r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63330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E79D00-1CDF-434B-8F0A-8ED0A64E848E}" type="datetimeFigureOut">
              <a:rPr lang="en-US" smtClean="0"/>
              <a:t>3/8/26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6EC296-AA85-584E-8224-F9A9CE703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1776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Maximum character recommendations: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Contact info: 145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Main title: 38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Secondary title: 100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base"/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Update all text fields with your relevant information.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6EC296-AA85-584E-8224-F9A9CE70327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2978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– Main,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2DA4FFB-26C5-FEA4-7430-D039D70FCF9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B590FEB9-4E20-F153-F0DA-610723047E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4068" y="223820"/>
            <a:ext cx="3625882" cy="585545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FEB71D13-9507-AEAB-AFA8-C885097016B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8958" y="1778261"/>
            <a:ext cx="9963805" cy="520907"/>
          </a:xfrm>
        </p:spPr>
        <p:txBody>
          <a:bodyPr anchor="t" anchorCtr="0">
            <a:noAutofit/>
          </a:bodyPr>
          <a:lstStyle>
            <a:lvl1pPr algn="l">
              <a:lnSpc>
                <a:spcPts val="4400"/>
              </a:lnSpc>
              <a:defRPr sz="42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Main Title – Max 38 characters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00EDD1A9-92D2-FF96-FA55-0E10A68C1AD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38958" y="2307394"/>
            <a:ext cx="9963805" cy="1825486"/>
          </a:xfrm>
        </p:spPr>
        <p:txBody>
          <a:bodyPr>
            <a:noAutofit/>
          </a:bodyPr>
          <a:lstStyle>
            <a:lvl1pPr marL="0" indent="0">
              <a:lnSpc>
                <a:spcPts val="4400"/>
              </a:lnSpc>
              <a:buNone/>
              <a:defRPr sz="4200" b="1" i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Secondary Title – Max 100 characters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2E93A6C7-07DE-698F-060B-C83FDBD33F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9885" y="5867858"/>
            <a:ext cx="4114800" cy="642269"/>
          </a:xfrm>
        </p:spPr>
        <p:txBody>
          <a:bodyPr tIns="0" bIns="0" anchor="b" anchorCtr="0">
            <a:noAutofit/>
          </a:bodyPr>
          <a:lstStyle>
            <a:lvl1pPr marL="0" indent="0">
              <a:lnSpc>
                <a:spcPts val="164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Your Name</a:t>
            </a:r>
            <a:br>
              <a:rPr lang="en-US" dirty="0"/>
            </a:br>
            <a:r>
              <a:rPr lang="en-US" dirty="0"/>
              <a:t>Your Title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7EE31CC5-91BA-4B73-FEA6-07D5E4CB8E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91885" y="5867858"/>
            <a:ext cx="4114800" cy="642269"/>
          </a:xfrm>
        </p:spPr>
        <p:txBody>
          <a:bodyPr tIns="0" bIns="0" anchor="b" anchorCtr="0">
            <a:noAutofit/>
          </a:bodyPr>
          <a:lstStyle>
            <a:lvl1pPr marL="0" indent="0">
              <a:lnSpc>
                <a:spcPts val="164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Date</a:t>
            </a:r>
          </a:p>
        </p:txBody>
      </p:sp>
    </p:spTree>
    <p:extLst>
      <p:ext uri="{BB962C8B-B14F-4D97-AF65-F5344CB8AC3E}">
        <p14:creationId xmlns:p14="http://schemas.microsoft.com/office/powerpoint/2010/main" val="1821180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– Sub Brand,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2DA4FFB-26C5-FEA4-7430-D039D70FCF9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05B23C8-4020-ED97-0961-A87FCC24143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8958" y="1778261"/>
            <a:ext cx="9963805" cy="520907"/>
          </a:xfrm>
        </p:spPr>
        <p:txBody>
          <a:bodyPr anchor="t" anchorCtr="0">
            <a:noAutofit/>
          </a:bodyPr>
          <a:lstStyle>
            <a:lvl1pPr algn="l">
              <a:lnSpc>
                <a:spcPts val="4400"/>
              </a:lnSpc>
              <a:defRPr sz="42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Main Title – Max 38 characters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4307C024-45E0-C5AF-5E20-C09375AAB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38958" y="2307394"/>
            <a:ext cx="9963805" cy="1825486"/>
          </a:xfrm>
        </p:spPr>
        <p:txBody>
          <a:bodyPr>
            <a:noAutofit/>
          </a:bodyPr>
          <a:lstStyle>
            <a:lvl1pPr marL="0" indent="0">
              <a:lnSpc>
                <a:spcPts val="4400"/>
              </a:lnSpc>
              <a:buNone/>
              <a:defRPr sz="4200" b="1" i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Secondary Title – Max 100 characters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CC65B8-C2D5-8630-E6E4-74CC3749E3D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35025" y="328249"/>
            <a:ext cx="2824866" cy="92710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Add MIT sub-brand logo, re-crop and resize as needed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AB413E3A-2E4A-DE58-276C-6B427D023F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9885" y="5867858"/>
            <a:ext cx="4114800" cy="642269"/>
          </a:xfrm>
        </p:spPr>
        <p:txBody>
          <a:bodyPr tIns="0" bIns="0" anchor="b" anchorCtr="0">
            <a:noAutofit/>
          </a:bodyPr>
          <a:lstStyle>
            <a:lvl1pPr marL="0" indent="0">
              <a:lnSpc>
                <a:spcPts val="164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Your Name</a:t>
            </a:r>
            <a:br>
              <a:rPr lang="en-US" dirty="0"/>
            </a:br>
            <a:r>
              <a:rPr lang="en-US" dirty="0"/>
              <a:t>Your Title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DCB49D4D-2B91-739E-00A0-5F800821CF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91885" y="5867858"/>
            <a:ext cx="4114800" cy="642269"/>
          </a:xfrm>
        </p:spPr>
        <p:txBody>
          <a:bodyPr tIns="0" bIns="0" anchor="b" anchorCtr="0">
            <a:noAutofit/>
          </a:bodyPr>
          <a:lstStyle>
            <a:lvl1pPr marL="0" indent="0">
              <a:lnSpc>
                <a:spcPts val="164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Date</a:t>
            </a:r>
          </a:p>
        </p:txBody>
      </p:sp>
    </p:spTree>
    <p:extLst>
      <p:ext uri="{BB962C8B-B14F-4D97-AF65-F5344CB8AC3E}">
        <p14:creationId xmlns:p14="http://schemas.microsoft.com/office/powerpoint/2010/main" val="987044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– Endorsed Brand,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2DA4FFB-26C5-FEA4-7430-D039D70FCF9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952FD86-C603-1494-52EF-5BEF9CD10D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14661" y="324503"/>
            <a:ext cx="954807" cy="591070"/>
          </a:xfrm>
          <a:prstGeom prst="rect">
            <a:avLst/>
          </a:prstGeom>
        </p:spPr>
      </p:pic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3CD9F2DD-1CC3-479E-2E27-3216D31C3A3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35025" y="324503"/>
            <a:ext cx="2824866" cy="92710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Add your logo, re-crop and resize as needed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5B0C046-6DA5-4B0C-0AB1-90A744A0442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8958" y="1778261"/>
            <a:ext cx="9963805" cy="520907"/>
          </a:xfrm>
        </p:spPr>
        <p:txBody>
          <a:bodyPr anchor="t" anchorCtr="0">
            <a:noAutofit/>
          </a:bodyPr>
          <a:lstStyle>
            <a:lvl1pPr algn="l">
              <a:lnSpc>
                <a:spcPts val="4400"/>
              </a:lnSpc>
              <a:defRPr sz="42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Main Title – Max 38 characters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B5F5AD4B-0791-DEE8-9D08-538D06E7FC4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38958" y="2307394"/>
            <a:ext cx="9963805" cy="1825486"/>
          </a:xfrm>
        </p:spPr>
        <p:txBody>
          <a:bodyPr>
            <a:noAutofit/>
          </a:bodyPr>
          <a:lstStyle>
            <a:lvl1pPr marL="0" indent="0">
              <a:lnSpc>
                <a:spcPts val="4400"/>
              </a:lnSpc>
              <a:buNone/>
              <a:defRPr sz="4200" b="1" i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Secondary Title – Max 100 characters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A79FED9-372D-CDF4-35F3-8039430CF2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9885" y="5867858"/>
            <a:ext cx="4114800" cy="642269"/>
          </a:xfrm>
        </p:spPr>
        <p:txBody>
          <a:bodyPr tIns="0" bIns="0" anchor="b" anchorCtr="0">
            <a:noAutofit/>
          </a:bodyPr>
          <a:lstStyle>
            <a:lvl1pPr marL="0" indent="0">
              <a:lnSpc>
                <a:spcPts val="164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Your Name</a:t>
            </a:r>
            <a:br>
              <a:rPr lang="en-US" dirty="0"/>
            </a:br>
            <a:r>
              <a:rPr lang="en-US" dirty="0"/>
              <a:t>Your Title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7F56AD1-3E57-D8EA-FDEA-B77EBD4C126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91885" y="5867858"/>
            <a:ext cx="4114800" cy="642269"/>
          </a:xfrm>
        </p:spPr>
        <p:txBody>
          <a:bodyPr tIns="0" bIns="0" anchor="b" anchorCtr="0">
            <a:noAutofit/>
          </a:bodyPr>
          <a:lstStyle>
            <a:lvl1pPr marL="0" indent="0">
              <a:lnSpc>
                <a:spcPts val="164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Date</a:t>
            </a:r>
          </a:p>
        </p:txBody>
      </p:sp>
    </p:spTree>
    <p:extLst>
      <p:ext uri="{BB962C8B-B14F-4D97-AF65-F5344CB8AC3E}">
        <p14:creationId xmlns:p14="http://schemas.microsoft.com/office/powerpoint/2010/main" val="2359150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– 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702360E-8964-C14F-66A7-0D9C2AA4713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E32FB2-5489-C66D-B7C0-31A676A78461}"/>
              </a:ext>
            </a:extLst>
          </p:cNvPr>
          <p:cNvSpPr txBox="1"/>
          <p:nvPr userDrawn="1"/>
        </p:nvSpPr>
        <p:spPr>
          <a:xfrm>
            <a:off x="313481" y="6366860"/>
            <a:ext cx="2648607" cy="25465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Massachusetts Institute of Technology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C9DC30-F95B-CD3B-9467-CEE586787A08}"/>
              </a:ext>
            </a:extLst>
          </p:cNvPr>
          <p:cNvSpPr txBox="1"/>
          <p:nvPr userDrawn="1"/>
        </p:nvSpPr>
        <p:spPr>
          <a:xfrm>
            <a:off x="9229912" y="6350714"/>
            <a:ext cx="2648607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/>
            <a:fld id="{F0F02A92-B497-3B47-85FA-49EC792AEAD1}" type="slidenum">
              <a:rPr lang="en-US" sz="1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10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E1C091-0B22-B285-BB16-D028139BF7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3481" y="267775"/>
            <a:ext cx="9944616" cy="532105"/>
          </a:xfrm>
        </p:spPr>
        <p:txBody>
          <a:bodyPr anchor="t" anchorCtr="0">
            <a:noAutofit/>
          </a:bodyPr>
          <a:lstStyle>
            <a:lvl1pPr>
              <a:lnSpc>
                <a:spcPts val="4320"/>
              </a:lnSpc>
              <a:defRPr sz="42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Section Divider – Max 38 characters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FC5C90-F626-74D1-6978-0AFECB0A6CF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13481" y="806834"/>
            <a:ext cx="9944616" cy="1978408"/>
          </a:xfrm>
        </p:spPr>
        <p:txBody>
          <a:bodyPr>
            <a:noAutofit/>
          </a:bodyPr>
          <a:lstStyle>
            <a:lvl1pPr marL="0" indent="0">
              <a:lnSpc>
                <a:spcPts val="4320"/>
              </a:lnSpc>
              <a:buNone/>
              <a:defRPr sz="4200" b="1" i="0">
                <a:solidFill>
                  <a:srgbClr val="8B959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Description – Max 130 characters</a:t>
            </a:r>
          </a:p>
        </p:txBody>
      </p:sp>
    </p:spTree>
    <p:extLst>
      <p:ext uri="{BB962C8B-B14F-4D97-AF65-F5344CB8AC3E}">
        <p14:creationId xmlns:p14="http://schemas.microsoft.com/office/powerpoint/2010/main" val="1205578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–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702360E-8964-C14F-66A7-0D9C2AA4713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C9DC30-F95B-CD3B-9467-CEE586787A08}"/>
              </a:ext>
            </a:extLst>
          </p:cNvPr>
          <p:cNvSpPr txBox="1"/>
          <p:nvPr userDrawn="1"/>
        </p:nvSpPr>
        <p:spPr>
          <a:xfrm>
            <a:off x="9229912" y="6350714"/>
            <a:ext cx="2648607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/>
            <a:fld id="{F0F02A92-B497-3B47-85FA-49EC792AEAD1}" type="slidenum">
              <a:rPr lang="en-US" sz="1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227A6D-B8C9-FB9F-2B11-8F81E2A3F185}"/>
              </a:ext>
            </a:extLst>
          </p:cNvPr>
          <p:cNvSpPr txBox="1"/>
          <p:nvPr userDrawn="1"/>
        </p:nvSpPr>
        <p:spPr>
          <a:xfrm>
            <a:off x="313481" y="6366860"/>
            <a:ext cx="2648607" cy="25465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Massachusetts Institute of Technology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8DE577B-C053-FD54-7878-7E047AB47A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3481" y="425731"/>
            <a:ext cx="9944616" cy="3554956"/>
          </a:xfrm>
        </p:spPr>
        <p:txBody>
          <a:bodyPr anchor="t" anchorCtr="0">
            <a:noAutofit/>
          </a:bodyPr>
          <a:lstStyle>
            <a:lvl1pPr marL="293688" indent="-293688">
              <a:lnSpc>
                <a:spcPct val="100000"/>
              </a:lnSpc>
              <a:tabLst/>
              <a:defRPr sz="42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“Quote Text – Max 180 characters”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4314C7BA-4323-0DF0-90BD-75906C1FA4F7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13481" y="4842080"/>
            <a:ext cx="6520135" cy="254658"/>
          </a:xfrm>
        </p:spPr>
        <p:txBody>
          <a:bodyPr>
            <a:noAutofit/>
          </a:bodyPr>
          <a:lstStyle>
            <a:lvl1pPr marL="0" indent="0">
              <a:lnSpc>
                <a:spcPts val="1700"/>
              </a:lnSpc>
              <a:spcBef>
                <a:spcPts val="0"/>
              </a:spcBef>
              <a:spcAft>
                <a:spcPts val="1200"/>
              </a:spcAft>
              <a:buNone/>
              <a:defRPr sz="2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l" defTabSz="914400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Quote Author ’XX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BEB1D27-9A5C-6608-CBF1-CF65A2D73169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13481" y="5213144"/>
            <a:ext cx="6520135" cy="783463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6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Quote Author Title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997B1D5-6A79-308A-4DFA-19417315FC59}"/>
              </a:ext>
            </a:extLst>
          </p:cNvPr>
          <p:cNvCxnSpPr>
            <a:cxnSpLocks/>
          </p:cNvCxnSpPr>
          <p:nvPr userDrawn="1"/>
        </p:nvCxnSpPr>
        <p:spPr>
          <a:xfrm>
            <a:off x="319421" y="4413678"/>
            <a:ext cx="1801987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9106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– Main, White, 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1C42A665-A21C-CD79-1D8D-1D99E29709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54072" y="223820"/>
            <a:ext cx="3625874" cy="585545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FEB71D13-9507-AEAB-AFA8-C885097016B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8958" y="1778261"/>
            <a:ext cx="9963805" cy="520907"/>
          </a:xfrm>
        </p:spPr>
        <p:txBody>
          <a:bodyPr anchor="t" anchorCtr="0">
            <a:noAutofit/>
          </a:bodyPr>
          <a:lstStyle>
            <a:lvl1pPr algn="l">
              <a:lnSpc>
                <a:spcPts val="4400"/>
              </a:lnSpc>
              <a:defRPr sz="4200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Main Title – Max 38 characters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00EDD1A9-92D2-FF96-FA55-0E10A68C1AD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38958" y="2307394"/>
            <a:ext cx="9963805" cy="1825486"/>
          </a:xfrm>
        </p:spPr>
        <p:txBody>
          <a:bodyPr>
            <a:noAutofit/>
          </a:bodyPr>
          <a:lstStyle>
            <a:lvl1pPr marL="0" indent="0">
              <a:lnSpc>
                <a:spcPts val="4400"/>
              </a:lnSpc>
              <a:buNone/>
              <a:defRPr sz="4200" b="1" i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Secondary Title – Max 100 characters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9E3DD2C8-9293-3716-3D91-FA4E99B3EE6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9885" y="5867858"/>
            <a:ext cx="4114800" cy="642269"/>
          </a:xfrm>
        </p:spPr>
        <p:txBody>
          <a:bodyPr tIns="0" bIns="0" anchor="b" anchorCtr="0">
            <a:noAutofit/>
          </a:bodyPr>
          <a:lstStyle>
            <a:lvl1pPr marL="0" indent="0">
              <a:lnSpc>
                <a:spcPts val="1640"/>
              </a:lnSpc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Your Name</a:t>
            </a:r>
            <a:br>
              <a:rPr lang="en-US" dirty="0"/>
            </a:br>
            <a:r>
              <a:rPr lang="en-US" dirty="0"/>
              <a:t>Your Title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658B4182-C52B-A65A-1CE0-5AB690F39A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91885" y="5867858"/>
            <a:ext cx="4114800" cy="642269"/>
          </a:xfrm>
        </p:spPr>
        <p:txBody>
          <a:bodyPr tIns="0" bIns="0" anchor="b" anchorCtr="0">
            <a:noAutofit/>
          </a:bodyPr>
          <a:lstStyle>
            <a:lvl1pPr marL="0" indent="0">
              <a:lnSpc>
                <a:spcPts val="1640"/>
              </a:lnSpc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Date</a:t>
            </a:r>
          </a:p>
        </p:txBody>
      </p:sp>
    </p:spTree>
    <p:extLst>
      <p:ext uri="{BB962C8B-B14F-4D97-AF65-F5344CB8AC3E}">
        <p14:creationId xmlns:p14="http://schemas.microsoft.com/office/powerpoint/2010/main" val="3963801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– Sub Brand, White, 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405B23C8-4020-ED97-0961-A87FCC24143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8958" y="1778261"/>
            <a:ext cx="9963805" cy="520907"/>
          </a:xfrm>
        </p:spPr>
        <p:txBody>
          <a:bodyPr anchor="t" anchorCtr="0">
            <a:noAutofit/>
          </a:bodyPr>
          <a:lstStyle>
            <a:lvl1pPr algn="l">
              <a:lnSpc>
                <a:spcPts val="4400"/>
              </a:lnSpc>
              <a:defRPr sz="42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Main Title – Max 38 characters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4307C024-45E0-C5AF-5E20-C09375AAB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38958" y="2307394"/>
            <a:ext cx="9963805" cy="1825486"/>
          </a:xfrm>
        </p:spPr>
        <p:txBody>
          <a:bodyPr>
            <a:noAutofit/>
          </a:bodyPr>
          <a:lstStyle>
            <a:lvl1pPr marL="0" indent="0">
              <a:lnSpc>
                <a:spcPts val="4400"/>
              </a:lnSpc>
              <a:buNone/>
              <a:defRPr sz="4200" b="1" i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Secondary Title – Max 100 characters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CC65B8-C2D5-8630-E6E4-74CC3749E3D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35025" y="328249"/>
            <a:ext cx="2824866" cy="92710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Add MIT sub-brand logo, re-crop and resize as needed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46F7A042-B5C2-47EE-EA30-7D530FEB873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9885" y="5867858"/>
            <a:ext cx="4114800" cy="642269"/>
          </a:xfrm>
        </p:spPr>
        <p:txBody>
          <a:bodyPr tIns="0" bIns="0" anchor="b" anchorCtr="0">
            <a:noAutofit/>
          </a:bodyPr>
          <a:lstStyle>
            <a:lvl1pPr marL="0" indent="0">
              <a:lnSpc>
                <a:spcPts val="1640"/>
              </a:lnSpc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Your Name</a:t>
            </a:r>
            <a:br>
              <a:rPr lang="en-US" dirty="0"/>
            </a:br>
            <a:r>
              <a:rPr lang="en-US" dirty="0"/>
              <a:t>Your Title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13D9C569-7DD9-5E60-DA78-EE65C44EC1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91885" y="5867858"/>
            <a:ext cx="4114800" cy="642269"/>
          </a:xfrm>
        </p:spPr>
        <p:txBody>
          <a:bodyPr tIns="0" bIns="0" anchor="b" anchorCtr="0">
            <a:noAutofit/>
          </a:bodyPr>
          <a:lstStyle>
            <a:lvl1pPr marL="0" indent="0">
              <a:lnSpc>
                <a:spcPts val="1640"/>
              </a:lnSpc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Date</a:t>
            </a:r>
          </a:p>
        </p:txBody>
      </p:sp>
    </p:spTree>
    <p:extLst>
      <p:ext uri="{BB962C8B-B14F-4D97-AF65-F5344CB8AC3E}">
        <p14:creationId xmlns:p14="http://schemas.microsoft.com/office/powerpoint/2010/main" val="2951939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– Endorsed Brand, White, 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68740B29-5817-180D-DA83-AF9E2E4A6C0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014662" y="324503"/>
            <a:ext cx="954805" cy="591070"/>
          </a:xfrm>
          <a:prstGeom prst="rect">
            <a:avLst/>
          </a:prstGeom>
        </p:spPr>
      </p:pic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3CD9F2DD-1CC3-479E-2E27-3216D31C3A3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35025" y="324503"/>
            <a:ext cx="2824866" cy="92710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Add your logo, re-crop and resize as needed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634CA86-4E42-E866-42D9-1D6F2AB400E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8958" y="1778261"/>
            <a:ext cx="9963805" cy="520907"/>
          </a:xfrm>
        </p:spPr>
        <p:txBody>
          <a:bodyPr anchor="t" anchorCtr="0">
            <a:noAutofit/>
          </a:bodyPr>
          <a:lstStyle>
            <a:lvl1pPr algn="l">
              <a:lnSpc>
                <a:spcPts val="4400"/>
              </a:lnSpc>
              <a:defRPr sz="4200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Main Title – Max 38 characters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C19F679-B7C4-C058-A61F-7DF2305A493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38958" y="2307394"/>
            <a:ext cx="9963805" cy="1825486"/>
          </a:xfrm>
        </p:spPr>
        <p:txBody>
          <a:bodyPr>
            <a:noAutofit/>
          </a:bodyPr>
          <a:lstStyle>
            <a:lvl1pPr marL="0" indent="0">
              <a:lnSpc>
                <a:spcPts val="4400"/>
              </a:lnSpc>
              <a:buNone/>
              <a:defRPr sz="4200" b="1" i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Secondary Title – Max 100 characters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A8F1D9BC-C03E-A5C3-9A5C-B18EAD5FCDF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9885" y="5867858"/>
            <a:ext cx="4114800" cy="642269"/>
          </a:xfrm>
        </p:spPr>
        <p:txBody>
          <a:bodyPr tIns="0" bIns="0" anchor="b" anchorCtr="0">
            <a:noAutofit/>
          </a:bodyPr>
          <a:lstStyle>
            <a:lvl1pPr marL="0" indent="0">
              <a:lnSpc>
                <a:spcPts val="1640"/>
              </a:lnSpc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Your Name</a:t>
            </a:r>
            <a:br>
              <a:rPr lang="en-US" dirty="0"/>
            </a:br>
            <a:r>
              <a:rPr lang="en-US" dirty="0"/>
              <a:t>Your Title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0F7CFB6D-A6F8-581D-1A02-329E06AEDBB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91885" y="5867858"/>
            <a:ext cx="4114800" cy="642269"/>
          </a:xfrm>
        </p:spPr>
        <p:txBody>
          <a:bodyPr tIns="0" bIns="0" anchor="b" anchorCtr="0">
            <a:noAutofit/>
          </a:bodyPr>
          <a:lstStyle>
            <a:lvl1pPr marL="0" indent="0">
              <a:lnSpc>
                <a:spcPts val="1640"/>
              </a:lnSpc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Date</a:t>
            </a:r>
          </a:p>
        </p:txBody>
      </p:sp>
    </p:spTree>
    <p:extLst>
      <p:ext uri="{BB962C8B-B14F-4D97-AF65-F5344CB8AC3E}">
        <p14:creationId xmlns:p14="http://schemas.microsoft.com/office/powerpoint/2010/main" val="2261911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– White, 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C2E32FB2-5489-C66D-B7C0-31A676A78461}"/>
              </a:ext>
            </a:extLst>
          </p:cNvPr>
          <p:cNvSpPr txBox="1"/>
          <p:nvPr userDrawn="1"/>
        </p:nvSpPr>
        <p:spPr>
          <a:xfrm>
            <a:off x="313481" y="6366860"/>
            <a:ext cx="2648607" cy="25465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sz="100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Massachusetts Institute of Technology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C9DC30-F95B-CD3B-9467-CEE586787A08}"/>
              </a:ext>
            </a:extLst>
          </p:cNvPr>
          <p:cNvSpPr txBox="1"/>
          <p:nvPr userDrawn="1"/>
        </p:nvSpPr>
        <p:spPr>
          <a:xfrm>
            <a:off x="9229912" y="6350714"/>
            <a:ext cx="2648607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/>
            <a:fld id="{F0F02A92-B497-3B47-85FA-49EC792AEAD1}" type="slidenum">
              <a:rPr lang="en-US" sz="10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10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A1FF9F7-CD9B-3E67-501F-928CA31B6D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3481" y="267775"/>
            <a:ext cx="9944616" cy="532105"/>
          </a:xfrm>
        </p:spPr>
        <p:txBody>
          <a:bodyPr anchor="t" anchorCtr="0">
            <a:noAutofit/>
          </a:bodyPr>
          <a:lstStyle>
            <a:lvl1pPr>
              <a:lnSpc>
                <a:spcPts val="4320"/>
              </a:lnSpc>
              <a:defRPr sz="4200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Section Divider – Max 38 characters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04CFF7BF-C6F6-7E09-2F5D-FB8610A74FB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13481" y="806834"/>
            <a:ext cx="9944616" cy="1978408"/>
          </a:xfrm>
        </p:spPr>
        <p:txBody>
          <a:bodyPr>
            <a:noAutofit/>
          </a:bodyPr>
          <a:lstStyle>
            <a:lvl1pPr marL="0" indent="0">
              <a:lnSpc>
                <a:spcPts val="4320"/>
              </a:lnSpc>
              <a:buNone/>
              <a:defRPr sz="4200" b="1" i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Description – Max 130 characters</a:t>
            </a:r>
          </a:p>
        </p:txBody>
      </p:sp>
    </p:spTree>
    <p:extLst>
      <p:ext uri="{BB962C8B-B14F-4D97-AF65-F5344CB8AC3E}">
        <p14:creationId xmlns:p14="http://schemas.microsoft.com/office/powerpoint/2010/main" val="2797012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– White, 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4489839-2387-FFD3-DCFE-9ADA5528D14A}"/>
              </a:ext>
            </a:extLst>
          </p:cNvPr>
          <p:cNvSpPr txBox="1"/>
          <p:nvPr userDrawn="1"/>
        </p:nvSpPr>
        <p:spPr>
          <a:xfrm>
            <a:off x="9229912" y="6350714"/>
            <a:ext cx="2648607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/>
            <a:fld id="{F0F02A92-B497-3B47-85FA-49EC792AEAD1}" type="slidenum">
              <a:rPr lang="en-US" sz="10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10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C4A604-913B-0501-08AA-548D08103F54}"/>
              </a:ext>
            </a:extLst>
          </p:cNvPr>
          <p:cNvSpPr txBox="1"/>
          <p:nvPr userDrawn="1"/>
        </p:nvSpPr>
        <p:spPr>
          <a:xfrm>
            <a:off x="313481" y="6366860"/>
            <a:ext cx="2648607" cy="25465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sz="100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Massachusetts Institute of Technology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6CB095-270D-97ED-16C2-9B230B8F33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3481" y="425731"/>
            <a:ext cx="9944616" cy="3554956"/>
          </a:xfrm>
        </p:spPr>
        <p:txBody>
          <a:bodyPr anchor="t" anchorCtr="0">
            <a:noAutofit/>
          </a:bodyPr>
          <a:lstStyle>
            <a:lvl1pPr marL="293688" indent="-293688">
              <a:lnSpc>
                <a:spcPct val="100000"/>
              </a:lnSpc>
              <a:tabLst/>
              <a:defRPr sz="42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“Quote Text – Max 180 characters”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3662D7A-7777-A5FD-DEE4-F88191949B5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13481" y="4842080"/>
            <a:ext cx="6520135" cy="254658"/>
          </a:xfrm>
        </p:spPr>
        <p:txBody>
          <a:bodyPr>
            <a:noAutofit/>
          </a:bodyPr>
          <a:lstStyle>
            <a:lvl1pPr marL="0" indent="0">
              <a:lnSpc>
                <a:spcPts val="1700"/>
              </a:lnSpc>
              <a:spcBef>
                <a:spcPts val="0"/>
              </a:spcBef>
              <a:spcAft>
                <a:spcPts val="1200"/>
              </a:spcAft>
              <a:buNone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l" defTabSz="914400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Quote Author ’XX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D1EE371-28CD-F2A9-92A5-633133548427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13481" y="5213144"/>
            <a:ext cx="6520135" cy="783463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6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Quote Author Title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D9D7FB5-AEC1-D737-62D3-238D849B3862}"/>
              </a:ext>
            </a:extLst>
          </p:cNvPr>
          <p:cNvCxnSpPr>
            <a:cxnSpLocks/>
          </p:cNvCxnSpPr>
          <p:nvPr userDrawn="1"/>
        </p:nvCxnSpPr>
        <p:spPr>
          <a:xfrm>
            <a:off x="319421" y="4413678"/>
            <a:ext cx="180198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7423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– Main, White, Gra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1C42A665-A21C-CD79-1D8D-1D99E29709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54072" y="223820"/>
            <a:ext cx="3625874" cy="585545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FEB71D13-9507-AEAB-AFA8-C885097016B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8958" y="1778261"/>
            <a:ext cx="9963805" cy="520907"/>
          </a:xfrm>
        </p:spPr>
        <p:txBody>
          <a:bodyPr anchor="t" anchorCtr="0">
            <a:noAutofit/>
          </a:bodyPr>
          <a:lstStyle>
            <a:lvl1pPr algn="l">
              <a:lnSpc>
                <a:spcPts val="4400"/>
              </a:lnSpc>
              <a:defRPr sz="4200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Main Title – Max 38 characters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00EDD1A9-92D2-FF96-FA55-0E10A68C1AD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38958" y="2307394"/>
            <a:ext cx="9963805" cy="1825486"/>
          </a:xfrm>
        </p:spPr>
        <p:txBody>
          <a:bodyPr>
            <a:noAutofit/>
          </a:bodyPr>
          <a:lstStyle>
            <a:lvl1pPr marL="0" indent="0">
              <a:lnSpc>
                <a:spcPts val="4400"/>
              </a:lnSpc>
              <a:buNone/>
              <a:defRPr sz="4200" b="1" i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Secondary Title – Max 100 characters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327AB69D-B657-2F29-B566-3F6FF48EE3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9885" y="5867858"/>
            <a:ext cx="4114800" cy="642269"/>
          </a:xfrm>
        </p:spPr>
        <p:txBody>
          <a:bodyPr tIns="0" bIns="0" anchor="b" anchorCtr="0">
            <a:noAutofit/>
          </a:bodyPr>
          <a:lstStyle>
            <a:lvl1pPr marL="0" indent="0">
              <a:lnSpc>
                <a:spcPts val="1640"/>
              </a:lnSpc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Your Name</a:t>
            </a:r>
            <a:br>
              <a:rPr lang="en-US" dirty="0"/>
            </a:br>
            <a:r>
              <a:rPr lang="en-US" dirty="0"/>
              <a:t>Your Title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B56C3B82-2B99-94CF-A919-28DCA302A9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91885" y="5867858"/>
            <a:ext cx="4114800" cy="642269"/>
          </a:xfrm>
        </p:spPr>
        <p:txBody>
          <a:bodyPr tIns="0" bIns="0" anchor="b" anchorCtr="0">
            <a:noAutofit/>
          </a:bodyPr>
          <a:lstStyle>
            <a:lvl1pPr marL="0" indent="0">
              <a:lnSpc>
                <a:spcPts val="1640"/>
              </a:lnSpc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Date</a:t>
            </a:r>
          </a:p>
        </p:txBody>
      </p:sp>
    </p:spTree>
    <p:extLst>
      <p:ext uri="{BB962C8B-B14F-4D97-AF65-F5344CB8AC3E}">
        <p14:creationId xmlns:p14="http://schemas.microsoft.com/office/powerpoint/2010/main" val="33668059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– Sub Brand, White, Gra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405B23C8-4020-ED97-0961-A87FCC24143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8958" y="1778261"/>
            <a:ext cx="9963805" cy="520907"/>
          </a:xfrm>
        </p:spPr>
        <p:txBody>
          <a:bodyPr anchor="t" anchorCtr="0">
            <a:noAutofit/>
          </a:bodyPr>
          <a:lstStyle>
            <a:lvl1pPr algn="l">
              <a:lnSpc>
                <a:spcPts val="4400"/>
              </a:lnSpc>
              <a:defRPr sz="42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Main Title – Max 38 characters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4307C024-45E0-C5AF-5E20-C09375AAB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38958" y="2307394"/>
            <a:ext cx="9963805" cy="1825486"/>
          </a:xfrm>
        </p:spPr>
        <p:txBody>
          <a:bodyPr>
            <a:noAutofit/>
          </a:bodyPr>
          <a:lstStyle>
            <a:lvl1pPr marL="0" indent="0">
              <a:lnSpc>
                <a:spcPts val="4400"/>
              </a:lnSpc>
              <a:buNone/>
              <a:defRPr sz="4200" b="1" i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Secondary Title – Max 100 characters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CC65B8-C2D5-8630-E6E4-74CC3749E3D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35025" y="328249"/>
            <a:ext cx="2824866" cy="92710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Add MIT sub-brand logo, re-crop and resize as needed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A5C82065-D646-B727-19A1-F044C380B59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9885" y="5867858"/>
            <a:ext cx="4114800" cy="642269"/>
          </a:xfrm>
        </p:spPr>
        <p:txBody>
          <a:bodyPr tIns="0" bIns="0" anchor="b" anchorCtr="0">
            <a:noAutofit/>
          </a:bodyPr>
          <a:lstStyle>
            <a:lvl1pPr marL="0" indent="0">
              <a:lnSpc>
                <a:spcPts val="1640"/>
              </a:lnSpc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Your Name</a:t>
            </a:r>
            <a:br>
              <a:rPr lang="en-US" dirty="0"/>
            </a:br>
            <a:r>
              <a:rPr lang="en-US" dirty="0"/>
              <a:t>Your Title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0CA78149-8BF2-69CC-576D-BE0F9F68DD1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91885" y="5867858"/>
            <a:ext cx="4114800" cy="642269"/>
          </a:xfrm>
        </p:spPr>
        <p:txBody>
          <a:bodyPr tIns="0" bIns="0" anchor="b" anchorCtr="0">
            <a:noAutofit/>
          </a:bodyPr>
          <a:lstStyle>
            <a:lvl1pPr marL="0" indent="0">
              <a:lnSpc>
                <a:spcPts val="1640"/>
              </a:lnSpc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Date</a:t>
            </a:r>
          </a:p>
        </p:txBody>
      </p:sp>
    </p:spTree>
    <p:extLst>
      <p:ext uri="{BB962C8B-B14F-4D97-AF65-F5344CB8AC3E}">
        <p14:creationId xmlns:p14="http://schemas.microsoft.com/office/powerpoint/2010/main" val="23792787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– Endorsed Brand, White,  Gra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68740B29-5817-180D-DA83-AF9E2E4A6C0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014662" y="324503"/>
            <a:ext cx="954805" cy="591070"/>
          </a:xfrm>
          <a:prstGeom prst="rect">
            <a:avLst/>
          </a:prstGeom>
        </p:spPr>
      </p:pic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3CD9F2DD-1CC3-479E-2E27-3216D31C3A3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35025" y="324503"/>
            <a:ext cx="2824866" cy="92710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Add your logo, re-crop and resize as needed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634CA86-4E42-E866-42D9-1D6F2AB400E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8958" y="1778261"/>
            <a:ext cx="9963805" cy="520907"/>
          </a:xfrm>
        </p:spPr>
        <p:txBody>
          <a:bodyPr anchor="t" anchorCtr="0">
            <a:noAutofit/>
          </a:bodyPr>
          <a:lstStyle>
            <a:lvl1pPr algn="l">
              <a:lnSpc>
                <a:spcPts val="4400"/>
              </a:lnSpc>
              <a:defRPr sz="4200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Main Title – Max 38 characters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C19F679-B7C4-C058-A61F-7DF2305A493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38958" y="2307394"/>
            <a:ext cx="9963805" cy="1825486"/>
          </a:xfrm>
        </p:spPr>
        <p:txBody>
          <a:bodyPr>
            <a:noAutofit/>
          </a:bodyPr>
          <a:lstStyle>
            <a:lvl1pPr marL="0" indent="0">
              <a:lnSpc>
                <a:spcPts val="4400"/>
              </a:lnSpc>
              <a:buNone/>
              <a:defRPr sz="4200" b="1" i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Secondary Title – Max 100 characters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2B69C17B-BB02-3108-D637-D723FE1BCCD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9885" y="5867858"/>
            <a:ext cx="4114800" cy="642269"/>
          </a:xfrm>
        </p:spPr>
        <p:txBody>
          <a:bodyPr tIns="0" bIns="0" anchor="b" anchorCtr="0">
            <a:noAutofit/>
          </a:bodyPr>
          <a:lstStyle>
            <a:lvl1pPr marL="0" indent="0">
              <a:lnSpc>
                <a:spcPts val="1640"/>
              </a:lnSpc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Your Name</a:t>
            </a:r>
            <a:br>
              <a:rPr lang="en-US" dirty="0"/>
            </a:br>
            <a:r>
              <a:rPr lang="en-US" dirty="0"/>
              <a:t>Your Title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7FF7F33E-7AE1-3D61-54E6-F3EAA25683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91885" y="5867858"/>
            <a:ext cx="4114800" cy="642269"/>
          </a:xfrm>
        </p:spPr>
        <p:txBody>
          <a:bodyPr tIns="0" bIns="0" anchor="b" anchorCtr="0">
            <a:noAutofit/>
          </a:bodyPr>
          <a:lstStyle>
            <a:lvl1pPr marL="0" indent="0">
              <a:lnSpc>
                <a:spcPts val="1640"/>
              </a:lnSpc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Date</a:t>
            </a:r>
          </a:p>
        </p:txBody>
      </p:sp>
    </p:spTree>
    <p:extLst>
      <p:ext uri="{BB962C8B-B14F-4D97-AF65-F5344CB8AC3E}">
        <p14:creationId xmlns:p14="http://schemas.microsoft.com/office/powerpoint/2010/main" val="31052131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– White, Gra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C2E32FB2-5489-C66D-B7C0-31A676A78461}"/>
              </a:ext>
            </a:extLst>
          </p:cNvPr>
          <p:cNvSpPr txBox="1"/>
          <p:nvPr userDrawn="1"/>
        </p:nvSpPr>
        <p:spPr>
          <a:xfrm>
            <a:off x="313481" y="6366860"/>
            <a:ext cx="2648607" cy="25465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sz="100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Massachusetts Institute of Technology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C9DC30-F95B-CD3B-9467-CEE586787A08}"/>
              </a:ext>
            </a:extLst>
          </p:cNvPr>
          <p:cNvSpPr txBox="1"/>
          <p:nvPr userDrawn="1"/>
        </p:nvSpPr>
        <p:spPr>
          <a:xfrm>
            <a:off x="9229912" y="6350714"/>
            <a:ext cx="2648607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/>
            <a:fld id="{F0F02A92-B497-3B47-85FA-49EC792AEAD1}" type="slidenum">
              <a:rPr lang="en-US" sz="10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10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64C8FD2-B36E-4547-BA9B-A1118D4789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3481" y="267775"/>
            <a:ext cx="9944616" cy="532105"/>
          </a:xfrm>
        </p:spPr>
        <p:txBody>
          <a:bodyPr anchor="t" anchorCtr="0">
            <a:noAutofit/>
          </a:bodyPr>
          <a:lstStyle>
            <a:lvl1pPr>
              <a:lnSpc>
                <a:spcPts val="4320"/>
              </a:lnSpc>
              <a:defRPr sz="4200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Section Divider – Max 38 characters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CD259E7C-908B-A780-68F5-F2B1C81BE55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13481" y="806834"/>
            <a:ext cx="9944616" cy="1978408"/>
          </a:xfrm>
        </p:spPr>
        <p:txBody>
          <a:bodyPr>
            <a:noAutofit/>
          </a:bodyPr>
          <a:lstStyle>
            <a:lvl1pPr marL="0" indent="0">
              <a:lnSpc>
                <a:spcPts val="4320"/>
              </a:lnSpc>
              <a:buNone/>
              <a:defRPr sz="4200" b="1" i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Description – Max 130 characters</a:t>
            </a:r>
          </a:p>
        </p:txBody>
      </p:sp>
    </p:spTree>
    <p:extLst>
      <p:ext uri="{BB962C8B-B14F-4D97-AF65-F5344CB8AC3E}">
        <p14:creationId xmlns:p14="http://schemas.microsoft.com/office/powerpoint/2010/main" val="15041702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– White, Gra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4489839-2387-FFD3-DCFE-9ADA5528D14A}"/>
              </a:ext>
            </a:extLst>
          </p:cNvPr>
          <p:cNvSpPr txBox="1"/>
          <p:nvPr userDrawn="1"/>
        </p:nvSpPr>
        <p:spPr>
          <a:xfrm>
            <a:off x="9229912" y="6350714"/>
            <a:ext cx="2648607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/>
            <a:fld id="{F0F02A92-B497-3B47-85FA-49EC792AEAD1}" type="slidenum">
              <a:rPr lang="en-US" sz="10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10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C4A604-913B-0501-08AA-548D08103F54}"/>
              </a:ext>
            </a:extLst>
          </p:cNvPr>
          <p:cNvSpPr txBox="1"/>
          <p:nvPr userDrawn="1"/>
        </p:nvSpPr>
        <p:spPr>
          <a:xfrm>
            <a:off x="313481" y="6366860"/>
            <a:ext cx="2648607" cy="25465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sz="100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Massachusetts Institute of Technology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F1E197-5D52-1BEE-D008-06ED96E7BF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3481" y="425731"/>
            <a:ext cx="9944616" cy="3554956"/>
          </a:xfrm>
        </p:spPr>
        <p:txBody>
          <a:bodyPr anchor="t" anchorCtr="0">
            <a:noAutofit/>
          </a:bodyPr>
          <a:lstStyle>
            <a:lvl1pPr marL="293688" indent="-293688">
              <a:lnSpc>
                <a:spcPct val="100000"/>
              </a:lnSpc>
              <a:tabLst/>
              <a:defRPr sz="4200" b="1" i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“Quote Text – Max 180 characters”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B517E05-4DDD-0D01-734E-3DE7A861723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13481" y="4842080"/>
            <a:ext cx="6520135" cy="254658"/>
          </a:xfrm>
        </p:spPr>
        <p:txBody>
          <a:bodyPr>
            <a:noAutofit/>
          </a:bodyPr>
          <a:lstStyle>
            <a:lvl1pPr marL="0" indent="0">
              <a:lnSpc>
                <a:spcPts val="1700"/>
              </a:lnSpc>
              <a:spcBef>
                <a:spcPts val="0"/>
              </a:spcBef>
              <a:spcAft>
                <a:spcPts val="1200"/>
              </a:spcAft>
              <a:buNone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l" defTabSz="914400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Quote Author ’XX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8DC814A5-9BDD-158B-D8F6-CBAFB7B3680A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13481" y="5213144"/>
            <a:ext cx="6520135" cy="783463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6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Quote Author Title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7E1E4DD-5602-9E88-2C02-25456206D622}"/>
              </a:ext>
            </a:extLst>
          </p:cNvPr>
          <p:cNvCxnSpPr>
            <a:cxnSpLocks/>
          </p:cNvCxnSpPr>
          <p:nvPr userDrawn="1"/>
        </p:nvCxnSpPr>
        <p:spPr>
          <a:xfrm>
            <a:off x="319421" y="4413678"/>
            <a:ext cx="180198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492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788F30-EDDA-BDB0-8AE9-5013C51F7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283FE0-B12A-9E73-4408-C5754DB4D5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A13B03-5493-6C6F-E9FD-27A77B84AE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63B815B-A8F6-D74A-9BCF-ECE7300C0FDA}" type="datetimeFigureOut">
              <a:rPr lang="en-US" smtClean="0"/>
              <a:pPr/>
              <a:t>3/8/26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8A35B9-0774-F4ED-115B-974762AB83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5C8EE-0737-B6BF-0F02-35D986FB2F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59CB2F1-739C-D74B-B449-0413DC9360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9187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71" r:id="rId4"/>
    <p:sldLayoutId id="2147483684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b="1" i="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80975" indent="-180975" algn="l" defTabSz="914400" rtl="0" eaLnBrk="1" latinLnBrk="0" hangingPunct="1">
        <a:lnSpc>
          <a:spcPts val="2400"/>
        </a:lnSpc>
        <a:spcBef>
          <a:spcPts val="1000"/>
        </a:spcBef>
        <a:spcAft>
          <a:spcPts val="0"/>
        </a:spcAft>
        <a:buFont typeface="Arial" panose="020B0604020202020204" pitchFamily="34" charset="0"/>
        <a:buChar char="•"/>
        <a:tabLst/>
        <a:defRPr sz="21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35000" indent="-177800" algn="l" defTabSz="914400" rtl="0" eaLnBrk="1" latinLnBrk="0" hangingPunct="1">
        <a:lnSpc>
          <a:spcPts val="2400"/>
        </a:lnSpc>
        <a:spcBef>
          <a:spcPts val="500"/>
        </a:spcBef>
        <a:spcAft>
          <a:spcPts val="0"/>
        </a:spcAft>
        <a:buFont typeface="Arial" panose="020B0604020202020204" pitchFamily="34" charset="0"/>
        <a:buChar char="•"/>
        <a:tabLst/>
        <a:defRPr sz="21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87438" indent="-173038" algn="l" defTabSz="914400" rtl="0" eaLnBrk="1" latinLnBrk="0" hangingPunct="1">
        <a:lnSpc>
          <a:spcPts val="2400"/>
        </a:lnSpc>
        <a:spcBef>
          <a:spcPts val="500"/>
        </a:spcBef>
        <a:spcAft>
          <a:spcPts val="0"/>
        </a:spcAft>
        <a:buFont typeface="Arial" panose="020B0604020202020204" pitchFamily="34" charset="0"/>
        <a:buChar char="•"/>
        <a:tabLst/>
        <a:defRPr sz="21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54163" indent="-182563" algn="l" defTabSz="914400" rtl="0" eaLnBrk="1" latinLnBrk="0" hangingPunct="1">
        <a:lnSpc>
          <a:spcPts val="2400"/>
        </a:lnSpc>
        <a:spcBef>
          <a:spcPts val="500"/>
        </a:spcBef>
        <a:spcAft>
          <a:spcPts val="0"/>
        </a:spcAft>
        <a:buFont typeface="Arial" panose="020B0604020202020204" pitchFamily="34" charset="0"/>
        <a:buChar char="•"/>
        <a:tabLst/>
        <a:defRPr sz="21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08188" indent="-179388" algn="l" defTabSz="914400" rtl="0" eaLnBrk="1" latinLnBrk="0" hangingPunct="1">
        <a:lnSpc>
          <a:spcPts val="2400"/>
        </a:lnSpc>
        <a:spcBef>
          <a:spcPts val="500"/>
        </a:spcBef>
        <a:spcAft>
          <a:spcPts val="0"/>
        </a:spcAft>
        <a:buFont typeface="Arial" panose="020B0604020202020204" pitchFamily="34" charset="0"/>
        <a:buChar char="•"/>
        <a:tabLst/>
        <a:defRPr sz="21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788F30-EDDA-BDB0-8AE9-5013C51F7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283FE0-B12A-9E73-4408-C5754DB4D5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A13B03-5493-6C6F-E9FD-27A77B84AE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63B815B-A8F6-D74A-9BCF-ECE7300C0FDA}" type="datetimeFigureOut">
              <a:rPr lang="en-US" smtClean="0"/>
              <a:pPr/>
              <a:t>3/8/26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8A35B9-0774-F4ED-115B-974762AB83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5C8EE-0737-B6BF-0F02-35D986FB2F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59CB2F1-739C-D74B-B449-0413DC9360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610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73" r:id="rId4"/>
    <p:sldLayoutId id="2147483685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b="1" i="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80975" indent="-180975" algn="l" defTabSz="914400" rtl="0" eaLnBrk="1" latinLnBrk="0" hangingPunct="1">
        <a:lnSpc>
          <a:spcPts val="2400"/>
        </a:lnSpc>
        <a:spcBef>
          <a:spcPts val="1000"/>
        </a:spcBef>
        <a:spcAft>
          <a:spcPts val="0"/>
        </a:spcAft>
        <a:buFont typeface="Arial" panose="020B0604020202020204" pitchFamily="34" charset="0"/>
        <a:buChar char="•"/>
        <a:tabLst/>
        <a:defRPr sz="21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35000" indent="-177800" algn="l" defTabSz="914400" rtl="0" eaLnBrk="1" latinLnBrk="0" hangingPunct="1">
        <a:lnSpc>
          <a:spcPts val="2400"/>
        </a:lnSpc>
        <a:spcBef>
          <a:spcPts val="500"/>
        </a:spcBef>
        <a:spcAft>
          <a:spcPts val="0"/>
        </a:spcAft>
        <a:buFont typeface="Arial" panose="020B0604020202020204" pitchFamily="34" charset="0"/>
        <a:buChar char="•"/>
        <a:tabLst/>
        <a:defRPr sz="21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87438" indent="-173038" algn="l" defTabSz="914400" rtl="0" eaLnBrk="1" latinLnBrk="0" hangingPunct="1">
        <a:lnSpc>
          <a:spcPts val="2400"/>
        </a:lnSpc>
        <a:spcBef>
          <a:spcPts val="500"/>
        </a:spcBef>
        <a:spcAft>
          <a:spcPts val="0"/>
        </a:spcAft>
        <a:buFont typeface="Arial" panose="020B0604020202020204" pitchFamily="34" charset="0"/>
        <a:buChar char="•"/>
        <a:tabLst/>
        <a:defRPr sz="21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54163" indent="-182563" algn="l" defTabSz="914400" rtl="0" eaLnBrk="1" latinLnBrk="0" hangingPunct="1">
        <a:lnSpc>
          <a:spcPts val="2400"/>
        </a:lnSpc>
        <a:spcBef>
          <a:spcPts val="500"/>
        </a:spcBef>
        <a:spcAft>
          <a:spcPts val="0"/>
        </a:spcAft>
        <a:buFont typeface="Arial" panose="020B0604020202020204" pitchFamily="34" charset="0"/>
        <a:buChar char="•"/>
        <a:tabLst/>
        <a:defRPr sz="21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08188" indent="-179388" algn="l" defTabSz="914400" rtl="0" eaLnBrk="1" latinLnBrk="0" hangingPunct="1">
        <a:lnSpc>
          <a:spcPts val="2400"/>
        </a:lnSpc>
        <a:spcBef>
          <a:spcPts val="500"/>
        </a:spcBef>
        <a:spcAft>
          <a:spcPts val="0"/>
        </a:spcAft>
        <a:buFont typeface="Arial" panose="020B0604020202020204" pitchFamily="34" charset="0"/>
        <a:buChar char="•"/>
        <a:tabLst/>
        <a:defRPr sz="21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788F30-EDDA-BDB0-8AE9-5013C51F7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283FE0-B12A-9E73-4408-C5754DB4D5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A13B03-5493-6C6F-E9FD-27A77B84AE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63B815B-A8F6-D74A-9BCF-ECE7300C0FDA}" type="datetimeFigureOut">
              <a:rPr lang="en-US" smtClean="0"/>
              <a:pPr/>
              <a:t>3/8/26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8A35B9-0774-F4ED-115B-974762AB83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5C8EE-0737-B6BF-0F02-35D986FB2F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59CB2F1-739C-D74B-B449-0413DC9360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529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72" r:id="rId4"/>
    <p:sldLayoutId id="2147483686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b="1" i="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80975" indent="-180975" algn="l" defTabSz="914400" rtl="0" eaLnBrk="1" latinLnBrk="0" hangingPunct="1">
        <a:lnSpc>
          <a:spcPts val="2400"/>
        </a:lnSpc>
        <a:spcBef>
          <a:spcPts val="1000"/>
        </a:spcBef>
        <a:spcAft>
          <a:spcPts val="0"/>
        </a:spcAft>
        <a:buFont typeface="Arial" panose="020B0604020202020204" pitchFamily="34" charset="0"/>
        <a:buChar char="•"/>
        <a:tabLst/>
        <a:defRPr sz="21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35000" indent="-177800" algn="l" defTabSz="914400" rtl="0" eaLnBrk="1" latinLnBrk="0" hangingPunct="1">
        <a:lnSpc>
          <a:spcPts val="2400"/>
        </a:lnSpc>
        <a:spcBef>
          <a:spcPts val="500"/>
        </a:spcBef>
        <a:spcAft>
          <a:spcPts val="0"/>
        </a:spcAft>
        <a:buFont typeface="Arial" panose="020B0604020202020204" pitchFamily="34" charset="0"/>
        <a:buChar char="•"/>
        <a:tabLst/>
        <a:defRPr sz="21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87438" indent="-173038" algn="l" defTabSz="914400" rtl="0" eaLnBrk="1" latinLnBrk="0" hangingPunct="1">
        <a:lnSpc>
          <a:spcPts val="2400"/>
        </a:lnSpc>
        <a:spcBef>
          <a:spcPts val="500"/>
        </a:spcBef>
        <a:spcAft>
          <a:spcPts val="0"/>
        </a:spcAft>
        <a:buFont typeface="Arial" panose="020B0604020202020204" pitchFamily="34" charset="0"/>
        <a:buChar char="•"/>
        <a:tabLst/>
        <a:defRPr sz="21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54163" indent="-182563" algn="l" defTabSz="914400" rtl="0" eaLnBrk="1" latinLnBrk="0" hangingPunct="1">
        <a:lnSpc>
          <a:spcPts val="2400"/>
        </a:lnSpc>
        <a:spcBef>
          <a:spcPts val="500"/>
        </a:spcBef>
        <a:spcAft>
          <a:spcPts val="0"/>
        </a:spcAft>
        <a:buFont typeface="Arial" panose="020B0604020202020204" pitchFamily="34" charset="0"/>
        <a:buChar char="•"/>
        <a:tabLst/>
        <a:defRPr sz="21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08188" indent="-179388" algn="l" defTabSz="914400" rtl="0" eaLnBrk="1" latinLnBrk="0" hangingPunct="1">
        <a:lnSpc>
          <a:spcPts val="2400"/>
        </a:lnSpc>
        <a:spcBef>
          <a:spcPts val="500"/>
        </a:spcBef>
        <a:spcAft>
          <a:spcPts val="0"/>
        </a:spcAft>
        <a:buFont typeface="Arial" panose="020B0604020202020204" pitchFamily="34" charset="0"/>
        <a:buChar char="•"/>
        <a:tabLst/>
        <a:defRPr sz="21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F48D2-C272-0A77-A372-101C7C85F0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>
              <a:latin typeface="Helvetica" pitchFamily="2" charset="0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EFACF84-5116-3799-F778-B8776855F4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Ric Fulop</a:t>
            </a:r>
          </a:p>
          <a:p>
            <a:r>
              <a:rPr lang="en-US" dirty="0">
                <a:latin typeface="Helvetica" pitchFamily="2" charset="0"/>
              </a:rPr>
              <a:t>Center for Bits and Atoms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5A4DF7-9071-F255-9B0C-FD1125148DB2}"/>
              </a:ext>
            </a:extLst>
          </p:cNvPr>
          <p:cNvSpPr txBox="1"/>
          <p:nvPr/>
        </p:nvSpPr>
        <p:spPr>
          <a:xfrm>
            <a:off x="338958" y="2500844"/>
            <a:ext cx="109386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Helvetica" pitchFamily="2" charset="0"/>
              </a:rPr>
              <a:t>Lorem Ipsum</a:t>
            </a:r>
            <a:endParaRPr lang="en-US" dirty="0">
              <a:latin typeface="Helvetica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8BFD05-8FD4-3EAE-190F-2D1DE6F06C97}"/>
              </a:ext>
            </a:extLst>
          </p:cNvPr>
          <p:cNvSpPr txBox="1"/>
          <p:nvPr/>
        </p:nvSpPr>
        <p:spPr>
          <a:xfrm>
            <a:off x="6996702" y="294809"/>
            <a:ext cx="50745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100" b="1" dirty="0">
                <a:effectLst/>
                <a:latin typeface="Helvetica" pitchFamily="2" charset="0"/>
              </a:rPr>
              <a:t>Confidential. Source Selection Sensitive – See FAR 2.101 and FAR 3.104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0A3592-D040-C694-0B21-D1A2B170D4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254072" y="223820"/>
            <a:ext cx="3625874" cy="585545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210630-8271-67B8-04A2-ABF34CE6291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121291"/>
      </p:ext>
    </p:extLst>
  </p:cSld>
  <p:clrMapOvr>
    <a:masterClrMapping/>
  </p:clrMapOvr>
</p:sld>
</file>

<file path=ppt/theme/theme1.xml><?xml version="1.0" encoding="utf-8"?>
<a:theme xmlns:a="http://schemas.openxmlformats.org/drawingml/2006/main" name="Black">
  <a:themeElements>
    <a:clrScheme name="MIT 1">
      <a:dk1>
        <a:srgbClr val="000000"/>
      </a:dk1>
      <a:lt1>
        <a:srgbClr val="FFFFFF"/>
      </a:lt1>
      <a:dk2>
        <a:srgbClr val="750014"/>
      </a:dk2>
      <a:lt2>
        <a:srgbClr val="F2F3F8"/>
      </a:lt2>
      <a:accent1>
        <a:srgbClr val="750014"/>
      </a:accent1>
      <a:accent2>
        <a:srgbClr val="FF1423"/>
      </a:accent2>
      <a:accent3>
        <a:srgbClr val="8B959E"/>
      </a:accent3>
      <a:accent4>
        <a:srgbClr val="40464C"/>
      </a:accent4>
      <a:accent5>
        <a:srgbClr val="1966FF"/>
      </a:accent5>
      <a:accent6>
        <a:srgbClr val="001980"/>
      </a:accent6>
      <a:hlink>
        <a:srgbClr val="FF1423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rIns="0" rtlCol="0">
        <a:spAutoFit/>
      </a:bodyPr>
      <a:lstStyle>
        <a:defPPr algn="l">
          <a:defRPr dirty="0" smtClean="0">
            <a:effectLst/>
            <a:latin typeface="Helvetica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hite – Red Text">
  <a:themeElements>
    <a:clrScheme name="MIT 1">
      <a:dk1>
        <a:srgbClr val="000000"/>
      </a:dk1>
      <a:lt1>
        <a:srgbClr val="FFFFFF"/>
      </a:lt1>
      <a:dk2>
        <a:srgbClr val="750014"/>
      </a:dk2>
      <a:lt2>
        <a:srgbClr val="F2F3F8"/>
      </a:lt2>
      <a:accent1>
        <a:srgbClr val="750014"/>
      </a:accent1>
      <a:accent2>
        <a:srgbClr val="FF1423"/>
      </a:accent2>
      <a:accent3>
        <a:srgbClr val="8B959E"/>
      </a:accent3>
      <a:accent4>
        <a:srgbClr val="40464C"/>
      </a:accent4>
      <a:accent5>
        <a:srgbClr val="1966FF"/>
      </a:accent5>
      <a:accent6>
        <a:srgbClr val="001980"/>
      </a:accent6>
      <a:hlink>
        <a:srgbClr val="FF1423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rIns="0" rtlCol="0">
        <a:spAutoFit/>
      </a:bodyPr>
      <a:lstStyle>
        <a:defPPr algn="l">
          <a:defRPr dirty="0" smtClean="0">
            <a:effectLst/>
            <a:latin typeface="Helvetica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White – Gray Text">
  <a:themeElements>
    <a:clrScheme name="MIT 1">
      <a:dk1>
        <a:srgbClr val="000000"/>
      </a:dk1>
      <a:lt1>
        <a:srgbClr val="FFFFFF"/>
      </a:lt1>
      <a:dk2>
        <a:srgbClr val="750014"/>
      </a:dk2>
      <a:lt2>
        <a:srgbClr val="F2F3F8"/>
      </a:lt2>
      <a:accent1>
        <a:srgbClr val="750014"/>
      </a:accent1>
      <a:accent2>
        <a:srgbClr val="FF1423"/>
      </a:accent2>
      <a:accent3>
        <a:srgbClr val="8B959E"/>
      </a:accent3>
      <a:accent4>
        <a:srgbClr val="40464C"/>
      </a:accent4>
      <a:accent5>
        <a:srgbClr val="1966FF"/>
      </a:accent5>
      <a:accent6>
        <a:srgbClr val="001980"/>
      </a:accent6>
      <a:hlink>
        <a:srgbClr val="FF1423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rIns="0" rtlCol="0">
        <a:spAutoFit/>
      </a:bodyPr>
      <a:lstStyle>
        <a:defPPr algn="l">
          <a:defRPr dirty="0" smtClean="0">
            <a:effectLst/>
            <a:latin typeface="Helvetica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1905</TotalTime>
  <Words>47</Words>
  <Application>Microsoft Macintosh PowerPoint</Application>
  <PresentationFormat>Widescreen</PresentationFormat>
  <Paragraphs>11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Helvetica</vt:lpstr>
      <vt:lpstr>Black</vt:lpstr>
      <vt:lpstr>White – Red Text</vt:lpstr>
      <vt:lpstr>White – Gray Text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Opus 4</dc:creator>
  <cp:keywords/>
  <dc:description/>
  <cp:lastModifiedBy>Fulop, Ricardo - CTR</cp:lastModifiedBy>
  <cp:revision>411</cp:revision>
  <dcterms:created xsi:type="dcterms:W3CDTF">2023-07-31T14:39:43Z</dcterms:created>
  <dcterms:modified xsi:type="dcterms:W3CDTF">2026-03-08T15:43:14Z</dcterms:modified>
  <cp:category/>
</cp:coreProperties>
</file>